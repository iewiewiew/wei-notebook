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16980" y="2923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文字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昵昵称称</cp:lastModifiedBy>
  <cp:revision>165</cp:revision>
  <dcterms:created xsi:type="dcterms:W3CDTF">2025-11-30T11:17:05Z</dcterms:created>
  <dcterms:modified xsi:type="dcterms:W3CDTF">2025-11-30T11:17:05Z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79B39DC7BE61EF01B1272C69EBDB64BE_43</vt:lpwstr>
  </property>
</Properties>
</file>