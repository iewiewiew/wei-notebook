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WPS 文字</Application>
  <PresentationFormat>宽屏</PresentationFormat>
  <Paragraphs>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昵昵称称</cp:lastModifiedBy>
  <cp:revision>164</cp:revision>
  <dcterms:created xsi:type="dcterms:W3CDTF">2025-11-30T11:16:44Z</dcterms:created>
  <dcterms:modified xsi:type="dcterms:W3CDTF">2025-11-30T11:16:44Z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2052-12.1.23540.23540</vt:lpwstr>
  </property>
  <property fmtid="{D5CDD505-2E9C-101B-9397-08002B2CF9AE}" pid="3" name="ICV">
    <vt:lpwstr>02388B9584D9E63A88272C692809CCA6_41</vt:lpwstr>
  </property>
</Properties>
</file>