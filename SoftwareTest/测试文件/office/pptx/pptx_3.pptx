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5"/>
  </p:handoutMasterIdLst>
  <p:sldIdLst>
    <p:sldId id="256" r:id="rId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handoutMaster" Target="handoutMasters/handoutMaster1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04000"/>
            <a:ext cx="5342400" cy="4140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04000"/>
            <a:ext cx="5342400" cy="4140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397600"/>
            <a:ext cx="9799200" cy="11052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5040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ea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9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9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9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9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65.xml"/><Relationship Id="rId2" Type="http://schemas.openxmlformats.org/officeDocument/2006/relationships/tags" Target="../tags/tag64.xml"/><Relationship Id="rId1" Type="http://schemas.openxmlformats.org/officeDocument/2006/relationships/tags" Target="../tags/tag6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/>
        <p:txBody>
          <a:bodyPr/>
          <a:p>
            <a:r>
              <a:rPr lang="en-US" altLang="zh-CN"/>
              <a:t>3</a:t>
            </a:r>
            <a:endParaRPr lang="en-US" altLang="zh-CN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6316980" y="292354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zh-CN" altLang="en-US"/>
          </a:p>
        </p:txBody>
      </p:sp>
    </p:spTree>
    <p:custDataLst>
      <p:tags r:id="rId3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5081_1*a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111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05081_1*b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65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苹方-简"/>
        <a:ea typeface="苹方-简"/>
        <a:cs typeface=""/>
      </a:majorFont>
      <a:minorFont>
        <a:latin typeface="苹方-简"/>
        <a:ea typeface="苹方-简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WPS">
      <a:majorFont>
        <a:latin typeface="苹方-简"/>
        <a:ea typeface="苹方-简"/>
        <a:cs typeface=""/>
      </a:majorFont>
      <a:minorFont>
        <a:latin typeface="苹方-简"/>
        <a:ea typeface="苹方-简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WPS">
      <a:majorFont>
        <a:latin typeface="苹方-简"/>
        <a:ea typeface="苹方-简"/>
        <a:cs typeface=""/>
      </a:majorFont>
      <a:minorFont>
        <a:latin typeface="苹方-简"/>
        <a:ea typeface="苹方-简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</Words>
  <Application>WPS 文字</Application>
  <PresentationFormat>宽屏</PresentationFormat>
  <Paragraphs>2</Paragraphs>
  <Slides>1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12" baseType="lpstr">
      <vt:lpstr>Arial</vt:lpstr>
      <vt:lpstr>宋体</vt:lpstr>
      <vt:lpstr>Wingdings</vt:lpstr>
      <vt:lpstr>Wingdings</vt:lpstr>
      <vt:lpstr>苹方-简</vt:lpstr>
      <vt:lpstr>微软雅黑</vt:lpstr>
      <vt:lpstr>汉仪旗黑</vt:lpstr>
      <vt:lpstr>宋体</vt:lpstr>
      <vt:lpstr>Arial Unicode MS</vt:lpstr>
      <vt:lpstr>汉仪书宋二KW</vt:lpstr>
      <vt:lpstr>WPS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昵昵称称</cp:lastModifiedBy>
  <cp:revision>166</cp:revision>
  <dcterms:created xsi:type="dcterms:W3CDTF">2025-11-30T11:17:21Z</dcterms:created>
  <dcterms:modified xsi:type="dcterms:W3CDTF">2025-11-30T11:17:21Z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2052-12.1.23540.23540</vt:lpwstr>
  </property>
  <property fmtid="{D5CDD505-2E9C-101B-9397-08002B2CF9AE}" pid="3" name="ICV">
    <vt:lpwstr>B3D41E851CCCDAEFC1272C694AF53027_43</vt:lpwstr>
  </property>
</Properties>
</file>